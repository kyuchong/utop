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sldIdLst>
    <p:sldId id="670" r:id="rId2"/>
    <p:sldId id="1040" r:id="rId3"/>
  </p:sldIdLst>
  <p:sldSz cx="9144000" cy="6858000" type="screen4x3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33"/>
    <a:srgbClr val="FCC350"/>
    <a:srgbClr val="FF5050"/>
    <a:srgbClr val="0000FF"/>
    <a:srgbClr val="FF0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76" autoAdjust="0"/>
    <p:restoredTop sz="86465" autoAdjust="0"/>
  </p:normalViewPr>
  <p:slideViewPr>
    <p:cSldViewPr>
      <p:cViewPr varScale="1">
        <p:scale>
          <a:sx n="114" d="100"/>
          <a:sy n="114" d="100"/>
        </p:scale>
        <p:origin x="2034" y="108"/>
      </p:cViewPr>
      <p:guideLst>
        <p:guide orient="horz" pos="2160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2256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1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8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5951"/>
            <a:ext cx="5438775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711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711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0CAB238-3247-4216-9B69-B592160688C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16644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F9632-38D0-415F-BBA0-3AEFB4F8E49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4218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D6DCB-EB05-4AE8-94D7-577DBA553C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6892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1A184A-DEB7-41FA-A742-1C48400718B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39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95288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86288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3011C1-DAD2-4519-9205-A53D4B27A04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804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AD9C3-520C-4E30-BF7A-09515916262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4682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22228-3088-4A3A-8F94-9230C628AC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0718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D4553-5F5B-457C-B74F-D34EF64A1D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363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EBDB07-3049-4F5A-B37E-8165C4A6CA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93033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B0F53-F280-4593-A9EC-50EF0EB1B1C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34885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8DC884-CC4A-45CB-92AD-2AA1E7C1137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814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15113" y="274638"/>
            <a:ext cx="2071687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95288" y="274638"/>
            <a:ext cx="6067425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718F3-B6FA-4ED4-BBCE-21D421389A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5677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395288" y="1052513"/>
            <a:ext cx="8229600" cy="5073650"/>
          </a:xfrm>
        </p:spPr>
        <p:txBody>
          <a:bodyPr/>
          <a:lstStyle/>
          <a:p>
            <a:pPr lvl="0"/>
            <a:endParaRPr lang="ko-KR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66BF9B-0FF7-482D-80A1-E4740ECC65A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47230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97663" y="6400800"/>
            <a:ext cx="2122487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C19B879F-64DE-4BDE-AAC9-355753DCCE0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4643438" y="188913"/>
            <a:ext cx="4500562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altLang="ko-KR" sz="1400" b="1"/>
              <a:t>LG U+ Proprietary &amp; Confidential</a:t>
            </a:r>
            <a:r>
              <a:rPr lang="en-US" altLang="ko-KR" sz="1400" b="1">
                <a:latin typeface="굴림" pitchFamily="50" charset="-127"/>
                <a:ea typeface="굴림" pitchFamily="50" charset="-127"/>
              </a:rPr>
              <a:t>       </a:t>
            </a:r>
          </a:p>
        </p:txBody>
      </p:sp>
      <p:sp>
        <p:nvSpPr>
          <p:cNvPr id="1034" name="Line 10"/>
          <p:cNvSpPr>
            <a:spLocks noChangeShapeType="1"/>
          </p:cNvSpPr>
          <p:nvPr userDrawn="1"/>
        </p:nvSpPr>
        <p:spPr bwMode="auto">
          <a:xfrm>
            <a:off x="0" y="6381750"/>
            <a:ext cx="91440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36" name="Line 12"/>
          <p:cNvSpPr>
            <a:spLocks noChangeShapeType="1"/>
          </p:cNvSpPr>
          <p:nvPr userDrawn="1"/>
        </p:nvSpPr>
        <p:spPr bwMode="auto">
          <a:xfrm>
            <a:off x="0" y="692150"/>
            <a:ext cx="9144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127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052513"/>
            <a:ext cx="8229600" cy="507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45" name="Text Box 21"/>
          <p:cNvSpPr txBox="1">
            <a:spLocks noChangeArrowheads="1"/>
          </p:cNvSpPr>
          <p:nvPr userDrawn="1"/>
        </p:nvSpPr>
        <p:spPr bwMode="auto">
          <a:xfrm>
            <a:off x="80963" y="6627813"/>
            <a:ext cx="88677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800"/>
              <a:t>본 문서는 </a:t>
            </a:r>
            <a:r>
              <a:rPr lang="en-US" altLang="ko-KR" sz="800"/>
              <a:t>LG U+</a:t>
            </a:r>
            <a:r>
              <a:rPr lang="ko-KR" altLang="en-US" sz="800"/>
              <a:t>이 모든 지적재산권을 소유하고 있사오니</a:t>
            </a:r>
            <a:r>
              <a:rPr lang="en-US" altLang="ko-KR" sz="800"/>
              <a:t>, </a:t>
            </a:r>
            <a:r>
              <a:rPr lang="ko-KR" altLang="en-US" sz="800"/>
              <a:t>해당 문서를 무단으로 전재</a:t>
            </a:r>
            <a:r>
              <a:rPr lang="en-US" altLang="ko-KR" sz="800"/>
              <a:t>/</a:t>
            </a:r>
            <a:r>
              <a:rPr lang="ko-KR" altLang="en-US" sz="800"/>
              <a:t>복사</a:t>
            </a:r>
            <a:r>
              <a:rPr lang="en-US" altLang="ko-KR" sz="800"/>
              <a:t>/</a:t>
            </a:r>
            <a:r>
              <a:rPr lang="ko-KR" altLang="en-US" sz="800"/>
              <a:t>변조</a:t>
            </a:r>
            <a:r>
              <a:rPr lang="en-US" altLang="ko-KR" sz="800"/>
              <a:t>/</a:t>
            </a:r>
            <a:r>
              <a:rPr lang="ko-KR" altLang="en-US" sz="800"/>
              <a:t>재배포 하지 마시기 바라며</a:t>
            </a:r>
            <a:r>
              <a:rPr lang="en-US" altLang="ko-KR" sz="800"/>
              <a:t>, </a:t>
            </a:r>
            <a:r>
              <a:rPr lang="ko-KR" altLang="en-US" sz="800"/>
              <a:t>이를 위반할 경우 모든 법적 책임은 귀사에 있음을 알려드립니다</a:t>
            </a:r>
          </a:p>
        </p:txBody>
      </p:sp>
      <p:pic>
        <p:nvPicPr>
          <p:cNvPr id="5129" name="Picture 2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115888"/>
            <a:ext cx="14192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/>
            <a:fld id="{C1894EFD-C69C-456E-907F-8DE0CA4B2C4C}" type="slidenum">
              <a:rPr lang="en-US" altLang="ko-KR" smtClean="0">
                <a:latin typeface="굴림" charset="-127"/>
                <a:ea typeface="굴림" charset="-127"/>
              </a:rPr>
              <a:pPr eaLnBrk="1" hangingPunct="1"/>
              <a:t>1</a:t>
            </a:fld>
            <a:endParaRPr lang="en-US" altLang="ko-KR" smtClean="0">
              <a:latin typeface="굴림" charset="-127"/>
              <a:ea typeface="굴림" charset="-127"/>
            </a:endParaRPr>
          </a:p>
        </p:txBody>
      </p:sp>
      <p:sp>
        <p:nvSpPr>
          <p:cNvPr id="14377" name="Text Box 46"/>
          <p:cNvSpPr txBox="1">
            <a:spLocks noChangeArrowheads="1"/>
          </p:cNvSpPr>
          <p:nvPr/>
        </p:nvSpPr>
        <p:spPr bwMode="auto">
          <a:xfrm>
            <a:off x="323850" y="266700"/>
            <a:ext cx="8351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>
                <a:solidFill>
                  <a:schemeClr val="tx2"/>
                </a:solidFill>
                <a:latin typeface="굴림" charset="-127"/>
                <a:ea typeface="굴림" charset="-127"/>
              </a:rPr>
              <a:t>시험절차</a:t>
            </a:r>
          </a:p>
        </p:txBody>
      </p:sp>
      <p:graphicFrame>
        <p:nvGraphicFramePr>
          <p:cNvPr id="12" name="Group 5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8418443"/>
              </p:ext>
            </p:extLst>
          </p:nvPr>
        </p:nvGraphicFramePr>
        <p:xfrm>
          <a:off x="251520" y="836614"/>
          <a:ext cx="8713093" cy="5484175"/>
        </p:xfrm>
        <a:graphic>
          <a:graphicData uri="http://schemas.openxmlformats.org/drawingml/2006/table">
            <a:tbl>
              <a:tblPr/>
              <a:tblGrid>
                <a:gridCol w="590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2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6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730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68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TC_ID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1.1.3(1)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REQ ID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성능 시험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시험항목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FIB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개수 확인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02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시험 규격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시험 구성도 및 준비사항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227">
                <a:tc gridSpan="6">
                  <a:txBody>
                    <a:bodyPr/>
                    <a:lstStyle/>
                    <a:p>
                      <a:pPr marL="266700" marR="0" lvl="0" indent="-2667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IPv6 Only, IPv4+v6 Dual Stack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사용에 따른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FIB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개수를 확인한다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44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시험 방법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시험 결과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5583">
                <a:tc gridSpan="6">
                  <a:txBody>
                    <a:bodyPr/>
                    <a:lstStyle/>
                    <a:p>
                      <a:pPr marL="266700" marR="0" lvl="0" indent="-2667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1. IPv4, IPv6 FIB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개수를 확인한다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뒷면 참조</a:t>
                      </a:r>
                      <a:endParaRPr kumimoji="1" lang="ko-KR" altLang="ko-K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50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특이사항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637210"/>
            <a:ext cx="4752528" cy="20086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/>
            <a:fld id="{D67B6070-F7A4-4E6B-83C5-1C68896CF2B8}" type="slidenum">
              <a:rPr lang="en-US" altLang="ko-KR" smtClean="0">
                <a:latin typeface="굴림" charset="-127"/>
                <a:ea typeface="굴림" charset="-127"/>
              </a:rPr>
              <a:pPr eaLnBrk="1" hangingPunct="1"/>
              <a:t>2</a:t>
            </a:fld>
            <a:endParaRPr lang="en-US" altLang="ko-KR" smtClean="0">
              <a:latin typeface="굴림" charset="-127"/>
              <a:ea typeface="굴림" charset="-127"/>
            </a:endParaRPr>
          </a:p>
        </p:txBody>
      </p:sp>
      <p:sp>
        <p:nvSpPr>
          <p:cNvPr id="12299" name="Text Box 46"/>
          <p:cNvSpPr txBox="1">
            <a:spLocks noChangeArrowheads="1"/>
          </p:cNvSpPr>
          <p:nvPr/>
        </p:nvSpPr>
        <p:spPr bwMode="auto">
          <a:xfrm>
            <a:off x="323850" y="266700"/>
            <a:ext cx="129582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dirty="0" err="1">
                <a:solidFill>
                  <a:schemeClr val="tx2"/>
                </a:solidFill>
                <a:latin typeface="굴림" charset="-127"/>
                <a:ea typeface="굴림" charset="-127"/>
              </a:rPr>
              <a:t>시험절차</a:t>
            </a:r>
            <a:endParaRPr lang="ko-KR" altLang="en-US" dirty="0">
              <a:solidFill>
                <a:schemeClr val="tx2"/>
              </a:solidFill>
              <a:latin typeface="굴림" charset="-127"/>
              <a:ea typeface="굴림" charset="-127"/>
            </a:endParaRPr>
          </a:p>
        </p:txBody>
      </p:sp>
      <p:graphicFrame>
        <p:nvGraphicFramePr>
          <p:cNvPr id="8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0790569"/>
              </p:ext>
            </p:extLst>
          </p:nvPr>
        </p:nvGraphicFramePr>
        <p:xfrm>
          <a:off x="251520" y="836713"/>
          <a:ext cx="8716634" cy="5458579"/>
        </p:xfrm>
        <a:graphic>
          <a:graphicData uri="http://schemas.openxmlformats.org/drawingml/2006/table">
            <a:tbl>
              <a:tblPr/>
              <a:tblGrid>
                <a:gridCol w="591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65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67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583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2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TC_ID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1.1.3(2)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REQ ID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성능 시험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시험항목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FIB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개수 확인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959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시험 결과</a:t>
                      </a: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467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특이사항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13"/>
          <p:cNvSpPr txBox="1">
            <a:spLocks noChangeArrowheads="1"/>
          </p:cNvSpPr>
          <p:nvPr/>
        </p:nvSpPr>
        <p:spPr bwMode="auto">
          <a:xfrm>
            <a:off x="254609" y="1629630"/>
            <a:ext cx="41733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900" dirty="0" smtClean="0">
                <a:ea typeface="맑은 고딕" panose="020B0503020000020004" pitchFamily="50" charset="-127"/>
              </a:rPr>
              <a:t>1. </a:t>
            </a:r>
            <a:r>
              <a:rPr lang="ko-KR" altLang="en-US" sz="900" dirty="0" smtClean="0">
                <a:ea typeface="맑은 고딕" panose="020B0503020000020004" pitchFamily="50" charset="-127"/>
              </a:rPr>
              <a:t>시스템 정보 확인</a:t>
            </a:r>
            <a:endParaRPr lang="en-US" altLang="ko-KR" sz="900" dirty="0">
              <a:ea typeface="맑은 고딕" panose="020B0503020000020004" pitchFamily="50" charset="-127"/>
            </a:endParaRPr>
          </a:p>
        </p:txBody>
      </p:sp>
      <p:sp>
        <p:nvSpPr>
          <p:cNvPr id="10" name="TextBox 13"/>
          <p:cNvSpPr txBox="1">
            <a:spLocks noChangeArrowheads="1"/>
          </p:cNvSpPr>
          <p:nvPr/>
        </p:nvSpPr>
        <p:spPr bwMode="auto">
          <a:xfrm>
            <a:off x="254609" y="3126160"/>
            <a:ext cx="41733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900" dirty="0">
                <a:ea typeface="맑은 고딕" panose="020B0503020000020004" pitchFamily="50" charset="-127"/>
              </a:rPr>
              <a:t>2</a:t>
            </a:r>
            <a:r>
              <a:rPr lang="en-US" altLang="ko-KR" sz="900" dirty="0" smtClean="0">
                <a:ea typeface="맑은 고딕" panose="020B0503020000020004" pitchFamily="50" charset="-127"/>
              </a:rPr>
              <a:t>. </a:t>
            </a:r>
            <a:r>
              <a:rPr lang="ko-KR" altLang="en-US" sz="900" smtClean="0">
                <a:ea typeface="맑은 고딕" panose="020B0503020000020004" pitchFamily="50" charset="-127"/>
              </a:rPr>
              <a:t>시스템 환경 정보 </a:t>
            </a:r>
            <a:r>
              <a:rPr lang="ko-KR" altLang="en-US" sz="900" dirty="0" smtClean="0">
                <a:ea typeface="맑은 고딕" panose="020B0503020000020004" pitchFamily="50" charset="-127"/>
              </a:rPr>
              <a:t>확인</a:t>
            </a:r>
            <a:endParaRPr lang="en-US" altLang="ko-KR" sz="900" dirty="0">
              <a:ea typeface="맑은 고딕" panose="020B0503020000020004" pitchFamily="50" charset="-127"/>
            </a:endParaRPr>
          </a:p>
        </p:txBody>
      </p:sp>
      <p:pic>
        <p:nvPicPr>
          <p:cNvPr id="12300" name="Picture 12299" descr="U9024A-10G_show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74519"/>
            <a:ext cx="1920240" cy="1122785"/>
          </a:xfrm>
          <a:prstGeom prst="rect">
            <a:avLst/>
          </a:prstGeom>
        </p:spPr>
      </p:pic>
      <p:pic>
        <p:nvPicPr>
          <p:cNvPr id="12301" name="Picture 12300" descr="U9024A-10G_show_e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83280"/>
            <a:ext cx="3200400" cy="215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22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가는각진제목체"/>
        <a:ea typeface="가는각진제목체"/>
        <a:cs typeface=""/>
      </a:majorFont>
      <a:minorFont>
        <a:latin typeface="가는둥근제목체"/>
        <a:ea typeface="가는둥근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rtlCol="0" anchor="ctr"/>
      <a:lstStyle>
        <a:defPPr algn="ctr">
          <a:defRPr sz="100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800" smtClean="0"/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50942</TotalTime>
  <Words>80</Words>
  <Application>Microsoft Office PowerPoint</Application>
  <PresentationFormat>화면 슬라이드 쇼(4:3)</PresentationFormat>
  <Paragraphs>30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가는각진제목체</vt:lpstr>
      <vt:lpstr>가는둥근제목체</vt:lpstr>
      <vt:lpstr>굴림</vt:lpstr>
      <vt:lpstr>맑은 고딕</vt:lpstr>
      <vt:lpstr>Times New Roman</vt:lpstr>
      <vt:lpstr>기본 디자인</vt:lpstr>
      <vt:lpstr>PowerPoint 프레젠테이션</vt:lpstr>
      <vt:lpstr>PowerPoint 프레젠테이션</vt:lpstr>
    </vt:vector>
  </TitlesOfParts>
  <Company>LG데이콤 기술연구원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시험절차서</dc:title>
  <dc:creator>박지현</dc:creator>
  <cp:lastModifiedBy>ATP7</cp:lastModifiedBy>
  <cp:revision>1598</cp:revision>
  <cp:lastPrinted>2026-04-23T08:19:00Z</cp:lastPrinted>
  <dcterms:created xsi:type="dcterms:W3CDTF">2007-05-14T01:21:52Z</dcterms:created>
  <dcterms:modified xsi:type="dcterms:W3CDTF">2026-04-27T21:35:40Z</dcterms:modified>
</cp:coreProperties>
</file>